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194560" cy="762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entury Gothic"/>
              </a:rPr>
              <a:t>GILGAMESH</a:t>
            </a:r>
          </a:p>
          <a:p>
            <a:r>
              <a:rPr sz="2800">
                <a:solidFill>
                  <a:srgbClr val="C9A876"/>
                </a:solidFill>
                <a:latin typeface="Century Gothic"/>
              </a:rPr>
              <a:t>A Modern AI Chat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3B3B3"/>
                </a:solidFill>
                <a:latin typeface="Century Gothic"/>
              </a:rPr>
              <a:t>Next.js + React 19  ·  Supabase Postgres &amp; Auth  ·  Google Gemini AI  ·  Python data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A876"/>
                </a:solidFill>
                <a:latin typeface="Century Gothic"/>
              </a:rPr>
              <a:t>THE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entury Gothic"/>
              </a:rPr>
              <a:t>Introduction &amp;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2768"/>
            <a:ext cx="1463040" cy="508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B3B3B3"/>
                </a:solidFill>
                <a:latin typeface="Century Gothic"/>
              </a:rPr>
              <a:t>▪  Introduction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A personal, owned AI chat workspace — real accounts, per-user chat history, live Gemini replies.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Rich Markdown answers, a pitch-black focused UI, and instant-feeling interactions.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B3B3B3"/>
                </a:solidFill>
                <a:latin typeface="Century Gothic"/>
              </a:rPr>
              <a:t>▪  Problem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Walled-garden AI tools lock users into one interface; history is scattered or ephemeral.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Heavy, cluttered visuals distract from the conversation; round-trips make actions feel slow.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Plain-text LLM output wastes formatting (headings, lists, tables, code).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Reliability: timeouts, rate limits and failures must degrade gracefully.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entury Gothic"/>
              </a:rPr>
              <a:t>Features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463040" cy="508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Supabase email/password auth with JWT-gated API routes (expired sessions → 401).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Conversation management: create, list, switch, rename, delete, clear-all, regenerate.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Live multi-turn replies via Google Gemini (gemini-3.6-flash, 30s timeout, safe errors).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Markdown rendering with tables and copyable code blocks.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Pitch-black theme (#000 / #111 / #222) with bronze accents — no visual noise.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Instant UX: optimistic New Chat, background hydration, no full-page spinner.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Reduced-motion support; responsive from desktop to 360px.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entury Gothic"/>
              </a:rPr>
              <a:t>▪  Quality gates: TypeScript, ESLint and production build all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A876"/>
                </a:solidFill>
                <a:latin typeface="Century Gothic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entury Gothic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2768"/>
            <a:ext cx="1463040" cy="508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Client (React 19 + Tailwind v4)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AuthScreen, ChatInterface, Sidebar, ChatComposer, MessageList, MarkdownContent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Server (Next.js 16 App Router)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/api/conversations·[id]  |  /chat  |  /sync-user     lib/auth · lib/gemini · lib/prisma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Data &amp; AI services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Supabase Auth · PostgreSQL via Prisma ORM · Google Gemini API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Request flow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Browser → API route → owner check + Postgres → Gemini → persist → JSON back to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A876"/>
                </a:solidFill>
                <a:latin typeface="Century Gothic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entury Gothic"/>
              </a:rPr>
              <a:t>Data Model (Prisma / PostgreSQL)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2768"/>
            <a:ext cx="1463040" cy="508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User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id, supabaseId (unique), email (unique), name, timestamps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Conversation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id, userId FK → User, title, createdAt, updatedAt  — indexed on userId + updatedAt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Message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id, conversationId FK → Conversation, role (user|assistant), content, createdAt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Relations &amp; integrity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1 User ↔ N Conversations; 1 Conversation ↔ N Messages; cascade deletes on both relations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Composite index (conversationId, createdAt) keeps ordered history reads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entury Gothic"/>
              </a:rPr>
              <a:t>Technologies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463040" cy="508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920240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Next.js 16.3.5 (App Router, Turbopack)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432304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React 19.2.8 · Tailwind CSS v4 · lucide-react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944368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TypeScript 5 (strict) ·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56432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45643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PostgreSQL (Supabase) · Prisma ORM 6.19.3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68496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968496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Supabase Auth (email/password, JWT)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480560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Google Gemini — gemini-3.6-flash (@google/genai 2.22)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92624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Rendering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992624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react-markdown 10 · remark-gfm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0468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504688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entury Gothic"/>
              </a:rPr>
              <a:t>tsc · ESLint · next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16752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76"/>
                </a:solidFill>
                <a:latin typeface="Century Gothic"/>
              </a:rPr>
              <a:t>Python toolkit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601675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3B3B3"/>
                </a:solidFill>
                <a:latin typeface="Century Gothic"/>
              </a:rPr>
              <a:t>Python 3.14 · psycopg 3: export, analytics, backups, PDF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A876"/>
                </a:solidFill>
                <a:latin typeface="Century Gothic"/>
              </a:rPr>
              <a:t>PYTHON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entury Gothic"/>
              </a:rPr>
              <a:t>Python Tooling (Read-only, Standalone)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2768"/>
            <a:ext cx="1463040" cy="508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python/db.py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Shared connection + read-only queries against the live Supabase Postgres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python/export_chat.py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Exports every user's conversations to readable Markdown + history.json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python/analyze_chat.py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Usage analytics: messages, words, ~tokens, busiest day, CSV export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python/backup_db.py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Timestamped JSON backup of all chat data (SELECT only)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progress/generate_reports.py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Rebuilds the project report PDFs from their HTML sources in seconds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Never touches the Next.js build, the database, or server-side API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entury Gothic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463040" cy="50800"/>
          </a:xfrm>
          <a:prstGeom prst="rect">
            <a:avLst/>
          </a:prstGeom>
          <a:solidFill>
            <a:srgbClr val="C9A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Conclusion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Complete production-shaped stack: real accounts, relational persistence, live LLM, rich Markdown, instant UX.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Verified every step with TypeScript, ESLint and production builds; browser-tested 1280→360px.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B3B3B3"/>
                </a:solidFill>
                <a:latin typeface="Century Gothic"/>
              </a:rPr>
              <a:t>▪  Future scope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Streaming responses and in-flight cancellation · model picker · image/voice input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In-app export, full-text search and pinned conversations · sharing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entury Gothic"/>
              </a:rPr>
              <a:t>▪  Offline mode / PWA and native mobile wrappers.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77777"/>
                </a:solidFill>
                <a:latin typeface="Century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